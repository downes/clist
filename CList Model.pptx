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3893-CE2A-46FD-DBB5-9AE7074C3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26495-EE57-B5C5-044E-93F9BBB08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BE61E-691A-DDFB-2CD0-0DBA779F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9723F-02F9-E0D5-DC81-69847D01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AE71B-0C48-1168-841D-F31A41D4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31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63B1-69B3-2298-F3E6-A9F32BD7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C7F7-1B41-9A85-CF0B-E8035004D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911C-71B1-E714-5009-C6369D21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054D-2F07-5622-52DD-1BA637D7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7C019-FDF6-6F85-16A9-AC26CDB4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1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265A-DF49-6B85-99E1-1C55DDAF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43D8C-1485-1561-9F1D-7B04B90E1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E818B-8B95-EFB9-F905-9000095D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B2097-315B-AC20-15F6-54B86ABF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6BC78-3F1B-A285-7DD3-7A645563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0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BD65-690D-E624-CE57-BC5F4FDF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D83B-F64A-C055-33AD-B7D6AD081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2729F-7793-6B48-EF3E-77B49DAE4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E587-0CD6-F81E-6B78-34C64BEC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D8BD6-25B5-3F82-AB48-3A695CA0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1BE4B-8E53-C10E-568F-FF1FE82D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4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903D-581A-4DD7-9E61-2C653B3D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A78DA-6DF9-726A-8EF1-27CC9553A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24E42-0945-02BA-BAFF-0C2CA18A7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E59FB-04BB-C0C4-48E3-940A7A91A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F0CF0E-12A6-43C7-197B-783DA5650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79974-A573-FC75-AA3C-8BB2872A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70965A-1EDE-9289-CE11-E6912477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4195FA-2340-F968-316D-92E70C52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0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6727-3FC4-D008-EF4C-3C169757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14FCD-B8FC-1419-C437-187D091E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BFDE1-2A37-BF3B-8A65-2FB8E9CF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4593B-DD3E-E52D-24B6-15B17113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2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0EDEA-EA00-1A90-7DC2-2E8BFC1C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69926-848A-74C9-0211-FE8EE059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68DA2-D9A5-7CC5-E4F5-8E854CC4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2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BD17-7D4E-EFF4-BF70-F5C1F86E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239C6-9F13-A8F3-237E-B2374FA2C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F8995-DC82-75FD-2130-F951FF203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7E9E2-5488-1E3C-F708-67CB3051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2972D-0D48-B52C-A68E-32AA7C1E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C5E5-9210-88D3-5D59-25E48042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287D-8905-A077-AFC5-EC27E1B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71FF9-B14F-49F9-FF56-EA6BE4F03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CAF4D-A4E3-203E-782B-7D9F4C939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329D2-0A30-D9AF-F83A-9C0FA88E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2F7C6-9398-26EA-9843-427F0FFB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C37EE-9D79-3CB1-894B-1D87EB09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D4F6-2870-E896-4B9D-0F8E66B0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F4D27-E48B-281E-3BF8-F5DE048C2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616D-DEFE-8B72-176F-04EB5F66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4710-54EA-C0C1-788E-283002FA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07F5-865D-F26E-7C08-69C255D6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B2AD5-1318-FEC7-D06C-871278117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E2BB9-02F4-AFD9-A2A7-115C50142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9F2B9-BAD4-6CC1-2CB5-AEAF9EBE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65829-F27A-AD4B-468C-0B8BB7CB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6DFF9-9D62-7495-B74D-5D95B3FC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5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3309C-5F81-3977-4663-F15A3DB7A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BBD03-2BC0-08B3-FA99-168966B2F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7F96C-0D56-6727-3F5F-1FBB2B216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B0C4D-7B6D-483D-999A-0609801D520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7B28-E9BF-BC82-5F9E-6D4BFFAB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2E34C-E342-3FD7-7EA4-4CBD3E22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5D0EB-F00F-4B7B-BB7D-04CA305AF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2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2D7731-2924-F390-EACF-8843A9B01DA6}"/>
              </a:ext>
            </a:extLst>
          </p:cNvPr>
          <p:cNvSpPr txBox="1"/>
          <p:nvPr/>
        </p:nvSpPr>
        <p:spPr>
          <a:xfrm>
            <a:off x="3803074" y="243726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latin typeface="Wingdings" panose="05000000000000000000" pitchFamily="2" charset="2"/>
              </a:rPr>
              <a:t>v</a:t>
            </a:r>
            <a:r>
              <a:rPr lang="en-CA" b="1" dirty="0" err="1">
                <a:solidFill>
                  <a:srgbClr val="00B050"/>
                </a:solidFill>
                <a:latin typeface="Modern Love Caps" panose="020F0502020204030204" pitchFamily="82" charset="0"/>
              </a:rPr>
              <a:t>Talk</a:t>
            </a:r>
            <a:r>
              <a:rPr lang="en-CA" b="1" dirty="0">
                <a:solidFill>
                  <a:srgbClr val="00B050"/>
                </a:solidFill>
                <a:latin typeface="Modern Love Caps" panose="020F0502020204030204" pitchFamily="82" charset="0"/>
              </a:rPr>
              <a:t> To</a:t>
            </a:r>
            <a:r>
              <a:rPr lang="en-CA" b="1" dirty="0">
                <a:latin typeface="Wingdings" panose="05000000000000000000" pitchFamily="2" charset="2"/>
              </a:rPr>
              <a:t>v</a:t>
            </a:r>
            <a:endParaRPr lang="en-US" b="1" dirty="0">
              <a:solidFill>
                <a:srgbClr val="00B050"/>
              </a:solidFill>
              <a:latin typeface="Modern Love Caps" panose="020F0502020204030204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9209D-5518-EAA2-22F0-1909ABE6D39C}"/>
              </a:ext>
            </a:extLst>
          </p:cNvPr>
          <p:cNvSpPr txBox="1"/>
          <p:nvPr/>
        </p:nvSpPr>
        <p:spPr>
          <a:xfrm>
            <a:off x="2635826" y="2344927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  <a:latin typeface="Modern Love Caps" panose="04070805081001020A01" pitchFamily="82" charset="0"/>
              </a:rPr>
              <a:t>People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56ACD-525B-4D49-D612-3511896D2367}"/>
              </a:ext>
            </a:extLst>
          </p:cNvPr>
          <p:cNvSpPr txBox="1"/>
          <p:nvPr/>
        </p:nvSpPr>
        <p:spPr>
          <a:xfrm>
            <a:off x="4838700" y="2344927"/>
            <a:ext cx="2244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  <a:latin typeface="Modern Love Caps" panose="04070805081001020A01" pitchFamily="82" charset="0"/>
              </a:rPr>
              <a:t>People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83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F0D57-C513-ABE5-9FF0-6FF0F81F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B6B724-2E2A-9291-A991-F41CB2779439}"/>
              </a:ext>
            </a:extLst>
          </p:cNvPr>
          <p:cNvSpPr txBox="1"/>
          <p:nvPr/>
        </p:nvSpPr>
        <p:spPr>
          <a:xfrm>
            <a:off x="2989117" y="2654282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  <a:latin typeface="Modern Love Caps" panose="04070805081001020A01" pitchFamily="82" charset="0"/>
              </a:rPr>
              <a:t>People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C9E1D-B2CE-B9CC-8FC2-ED3493936A9F}"/>
              </a:ext>
            </a:extLst>
          </p:cNvPr>
          <p:cNvSpPr txBox="1"/>
          <p:nvPr/>
        </p:nvSpPr>
        <p:spPr>
          <a:xfrm>
            <a:off x="6012873" y="2654283"/>
            <a:ext cx="2244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  <a:latin typeface="Modern Love Caps" panose="04070805081001020A01" pitchFamily="82" charset="0"/>
              </a:rPr>
              <a:t>People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9304C9AC-4BF6-6056-F2F3-7E6A74078A3A}"/>
              </a:ext>
            </a:extLst>
          </p:cNvPr>
          <p:cNvSpPr/>
          <p:nvPr/>
        </p:nvSpPr>
        <p:spPr>
          <a:xfrm>
            <a:off x="3595255" y="1797626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FFE1C5B2-63AE-E4C7-D1A6-9244A8B704CD}"/>
              </a:ext>
            </a:extLst>
          </p:cNvPr>
          <p:cNvSpPr/>
          <p:nvPr/>
        </p:nvSpPr>
        <p:spPr>
          <a:xfrm rot="10800000">
            <a:off x="3505198" y="3300613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0F6A5-0CD2-B852-C761-04AF45758845}"/>
              </a:ext>
            </a:extLst>
          </p:cNvPr>
          <p:cNvSpPr txBox="1"/>
          <p:nvPr/>
        </p:nvSpPr>
        <p:spPr>
          <a:xfrm>
            <a:off x="6594763" y="2434661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72565-9CA0-3919-A025-C4EF2E62BD2A}"/>
              </a:ext>
            </a:extLst>
          </p:cNvPr>
          <p:cNvSpPr txBox="1"/>
          <p:nvPr/>
        </p:nvSpPr>
        <p:spPr>
          <a:xfrm>
            <a:off x="3058390" y="3144982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DB88C-5BF1-69AC-179D-0A5F65BC3B9B}"/>
              </a:ext>
            </a:extLst>
          </p:cNvPr>
          <p:cNvSpPr txBox="1"/>
          <p:nvPr/>
        </p:nvSpPr>
        <p:spPr>
          <a:xfrm>
            <a:off x="3058390" y="2310154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FB41A-90E5-5DD9-0EE6-ECF2E077BF7F}"/>
              </a:ext>
            </a:extLst>
          </p:cNvPr>
          <p:cNvSpPr txBox="1"/>
          <p:nvPr/>
        </p:nvSpPr>
        <p:spPr>
          <a:xfrm>
            <a:off x="6639790" y="3162115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4EE2F-2B6D-B699-7EBB-61BC63C16A7A}"/>
              </a:ext>
            </a:extLst>
          </p:cNvPr>
          <p:cNvSpPr txBox="1"/>
          <p:nvPr/>
        </p:nvSpPr>
        <p:spPr>
          <a:xfrm>
            <a:off x="1143000" y="706582"/>
            <a:ext cx="56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 One: Two People, Read and Write (one to one)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7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ECF7-8F52-6B9A-2DCE-CBD15786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EAEFD34-110B-5E77-EE92-8E8AA9DF480A}"/>
              </a:ext>
            </a:extLst>
          </p:cNvPr>
          <p:cNvSpPr txBox="1"/>
          <p:nvPr/>
        </p:nvSpPr>
        <p:spPr>
          <a:xfrm>
            <a:off x="1142999" y="706582"/>
            <a:ext cx="831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 Two: Multiple People, Aggregate and Publish (many to one, one to many)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D9A53-926F-AE62-335D-B5481A5AE2B3}"/>
              </a:ext>
            </a:extLst>
          </p:cNvPr>
          <p:cNvSpPr txBox="1"/>
          <p:nvPr/>
        </p:nvSpPr>
        <p:spPr>
          <a:xfrm>
            <a:off x="4499264" y="5229704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F4BF4-2301-5B7D-B16F-5235906B38E3}"/>
              </a:ext>
            </a:extLst>
          </p:cNvPr>
          <p:cNvSpPr txBox="1"/>
          <p:nvPr/>
        </p:nvSpPr>
        <p:spPr>
          <a:xfrm>
            <a:off x="7443355" y="5264728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F847B2-24CB-0359-B56B-1A1EFDEA1950}"/>
              </a:ext>
            </a:extLst>
          </p:cNvPr>
          <p:cNvSpPr txBox="1"/>
          <p:nvPr/>
        </p:nvSpPr>
        <p:spPr>
          <a:xfrm>
            <a:off x="962889" y="3120674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662154-8486-70A4-3AF3-7C952CEBF1E3}"/>
              </a:ext>
            </a:extLst>
          </p:cNvPr>
          <p:cNvSpPr txBox="1"/>
          <p:nvPr/>
        </p:nvSpPr>
        <p:spPr>
          <a:xfrm>
            <a:off x="4499264" y="3120675"/>
            <a:ext cx="1731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A00A2742-D433-A6A6-637E-9874C4B2AA3C}"/>
              </a:ext>
            </a:extLst>
          </p:cNvPr>
          <p:cNvSpPr/>
          <p:nvPr/>
        </p:nvSpPr>
        <p:spPr>
          <a:xfrm>
            <a:off x="1589809" y="1726468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3B4B8915-E74C-FF1E-3B85-CE31072BB655}"/>
              </a:ext>
            </a:extLst>
          </p:cNvPr>
          <p:cNvSpPr/>
          <p:nvPr/>
        </p:nvSpPr>
        <p:spPr>
          <a:xfrm rot="10800000">
            <a:off x="1454726" y="4329034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9977A5-0357-9409-9FBD-2DA9726EFAD4}"/>
              </a:ext>
            </a:extLst>
          </p:cNvPr>
          <p:cNvSpPr txBox="1"/>
          <p:nvPr/>
        </p:nvSpPr>
        <p:spPr>
          <a:xfrm>
            <a:off x="4568535" y="2901053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A989B4-94FC-61B6-3FE8-B162BACD5D89}"/>
              </a:ext>
            </a:extLst>
          </p:cNvPr>
          <p:cNvSpPr txBox="1"/>
          <p:nvPr/>
        </p:nvSpPr>
        <p:spPr>
          <a:xfrm>
            <a:off x="1032162" y="3611374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9F484C-124B-DAB6-9549-A3BD0229A214}"/>
              </a:ext>
            </a:extLst>
          </p:cNvPr>
          <p:cNvSpPr txBox="1"/>
          <p:nvPr/>
        </p:nvSpPr>
        <p:spPr>
          <a:xfrm>
            <a:off x="1032162" y="2776546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87DE8-A97E-8A82-9E56-729C09DBD164}"/>
              </a:ext>
            </a:extLst>
          </p:cNvPr>
          <p:cNvSpPr txBox="1"/>
          <p:nvPr/>
        </p:nvSpPr>
        <p:spPr>
          <a:xfrm>
            <a:off x="4613562" y="3628507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2B1EF9-BE63-AB12-A93C-CEE5662FC3F3}"/>
              </a:ext>
            </a:extLst>
          </p:cNvPr>
          <p:cNvSpPr txBox="1"/>
          <p:nvPr/>
        </p:nvSpPr>
        <p:spPr>
          <a:xfrm>
            <a:off x="7155871" y="3190587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34" name="Arrow: Curved Down 33">
            <a:extLst>
              <a:ext uri="{FF2B5EF4-FFF2-40B4-BE49-F238E27FC236}">
                <a16:creationId xmlns:a16="http://schemas.microsoft.com/office/drawing/2014/main" id="{E7AADFFD-7618-DD70-FE4D-FD060E4DB4E3}"/>
              </a:ext>
            </a:extLst>
          </p:cNvPr>
          <p:cNvSpPr/>
          <p:nvPr/>
        </p:nvSpPr>
        <p:spPr>
          <a:xfrm>
            <a:off x="7523018" y="1735710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Arrow: Curved Down 34">
            <a:extLst>
              <a:ext uri="{FF2B5EF4-FFF2-40B4-BE49-F238E27FC236}">
                <a16:creationId xmlns:a16="http://schemas.microsoft.com/office/drawing/2014/main" id="{3BA361B8-FE5D-B7FF-B3B6-0DE7064167D6}"/>
              </a:ext>
            </a:extLst>
          </p:cNvPr>
          <p:cNvSpPr/>
          <p:nvPr/>
        </p:nvSpPr>
        <p:spPr>
          <a:xfrm rot="10800000">
            <a:off x="7497040" y="4349181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CE3E88-C58E-ABB2-F7B0-1F5CA552504C}"/>
              </a:ext>
            </a:extLst>
          </p:cNvPr>
          <p:cNvSpPr txBox="1"/>
          <p:nvPr/>
        </p:nvSpPr>
        <p:spPr>
          <a:xfrm>
            <a:off x="10622972" y="2994571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0DF949-F85E-CACD-AB54-87C8B8927240}"/>
              </a:ext>
            </a:extLst>
          </p:cNvPr>
          <p:cNvSpPr txBox="1"/>
          <p:nvPr/>
        </p:nvSpPr>
        <p:spPr>
          <a:xfrm>
            <a:off x="7086599" y="3704892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4AA453-7456-9D55-5EAB-7B081739DCED}"/>
              </a:ext>
            </a:extLst>
          </p:cNvPr>
          <p:cNvSpPr txBox="1"/>
          <p:nvPr/>
        </p:nvSpPr>
        <p:spPr>
          <a:xfrm>
            <a:off x="7086599" y="2870064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2737EE-B1CB-428D-8B69-5CDBDE6E01DF}"/>
              </a:ext>
            </a:extLst>
          </p:cNvPr>
          <p:cNvSpPr txBox="1"/>
          <p:nvPr/>
        </p:nvSpPr>
        <p:spPr>
          <a:xfrm>
            <a:off x="10667999" y="3722025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40" name="Arrow: Curved Down 39">
            <a:extLst>
              <a:ext uri="{FF2B5EF4-FFF2-40B4-BE49-F238E27FC236}">
                <a16:creationId xmlns:a16="http://schemas.microsoft.com/office/drawing/2014/main" id="{F3A83A44-DDC1-7445-83B9-23A9332DEA82}"/>
              </a:ext>
            </a:extLst>
          </p:cNvPr>
          <p:cNvSpPr/>
          <p:nvPr/>
        </p:nvSpPr>
        <p:spPr>
          <a:xfrm flipH="1">
            <a:off x="4364182" y="1724804"/>
            <a:ext cx="3356262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Curved Down 40">
            <a:extLst>
              <a:ext uri="{FF2B5EF4-FFF2-40B4-BE49-F238E27FC236}">
                <a16:creationId xmlns:a16="http://schemas.microsoft.com/office/drawing/2014/main" id="{8D25EADF-CB8F-F406-2B9A-00101659348B}"/>
              </a:ext>
            </a:extLst>
          </p:cNvPr>
          <p:cNvSpPr/>
          <p:nvPr/>
        </p:nvSpPr>
        <p:spPr>
          <a:xfrm rot="10800000" flipH="1">
            <a:off x="4443846" y="4338275"/>
            <a:ext cx="34636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5B0118-4AA4-1EDA-6484-A96DC935D15A}"/>
              </a:ext>
            </a:extLst>
          </p:cNvPr>
          <p:cNvSpPr txBox="1"/>
          <p:nvPr/>
        </p:nvSpPr>
        <p:spPr>
          <a:xfrm>
            <a:off x="4319154" y="2558041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1CAA68-0CF6-F0B9-54C2-5BFDDAECEB35}"/>
              </a:ext>
            </a:extLst>
          </p:cNvPr>
          <p:cNvSpPr txBox="1"/>
          <p:nvPr/>
        </p:nvSpPr>
        <p:spPr>
          <a:xfrm>
            <a:off x="7242463" y="3917324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94A163-36BF-38EB-EB6A-F87B0A30C33E}"/>
              </a:ext>
            </a:extLst>
          </p:cNvPr>
          <p:cNvSpPr txBox="1"/>
          <p:nvPr/>
        </p:nvSpPr>
        <p:spPr>
          <a:xfrm>
            <a:off x="10553701" y="3269474"/>
            <a:ext cx="103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63B7B-B85F-8DAA-653B-60C315A79DD1}"/>
              </a:ext>
            </a:extLst>
          </p:cNvPr>
          <p:cNvSpPr txBox="1"/>
          <p:nvPr/>
        </p:nvSpPr>
        <p:spPr>
          <a:xfrm>
            <a:off x="4294908" y="3927066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2943BE-8200-853B-5CB9-45D85FBA1DCE}"/>
              </a:ext>
            </a:extLst>
          </p:cNvPr>
          <p:cNvSpPr txBox="1"/>
          <p:nvPr/>
        </p:nvSpPr>
        <p:spPr>
          <a:xfrm>
            <a:off x="7263245" y="2593065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2476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CEDA4F-5086-B571-A206-EBC214A79B4B}"/>
              </a:ext>
            </a:extLst>
          </p:cNvPr>
          <p:cNvSpPr txBox="1"/>
          <p:nvPr/>
        </p:nvSpPr>
        <p:spPr>
          <a:xfrm>
            <a:off x="872836" y="5459828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92717-8B08-3A2F-B486-377026E03648}"/>
              </a:ext>
            </a:extLst>
          </p:cNvPr>
          <p:cNvSpPr txBox="1"/>
          <p:nvPr/>
        </p:nvSpPr>
        <p:spPr>
          <a:xfrm>
            <a:off x="4478482" y="5459829"/>
            <a:ext cx="1662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4C35D2D8-B442-D4DE-5D1E-A9BAAEA19BF4}"/>
              </a:ext>
            </a:extLst>
          </p:cNvPr>
          <p:cNvSpPr/>
          <p:nvPr/>
        </p:nvSpPr>
        <p:spPr>
          <a:xfrm>
            <a:off x="1499756" y="4065622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2AAC3-D19B-EFAD-7225-33BC3AC6128F}"/>
              </a:ext>
            </a:extLst>
          </p:cNvPr>
          <p:cNvSpPr txBox="1"/>
          <p:nvPr/>
        </p:nvSpPr>
        <p:spPr>
          <a:xfrm>
            <a:off x="4478482" y="5240207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D79A0-48CA-E7E9-11DD-CFBEAE285090}"/>
              </a:ext>
            </a:extLst>
          </p:cNvPr>
          <p:cNvSpPr txBox="1"/>
          <p:nvPr/>
        </p:nvSpPr>
        <p:spPr>
          <a:xfrm>
            <a:off x="942109" y="5950528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6CD0D-8777-8E50-7EB0-0DA13A1DFCA5}"/>
              </a:ext>
            </a:extLst>
          </p:cNvPr>
          <p:cNvSpPr txBox="1"/>
          <p:nvPr/>
        </p:nvSpPr>
        <p:spPr>
          <a:xfrm>
            <a:off x="942109" y="5115700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ED732-5614-266D-FBEB-0C7B0C69D84D}"/>
              </a:ext>
            </a:extLst>
          </p:cNvPr>
          <p:cNvSpPr txBox="1"/>
          <p:nvPr/>
        </p:nvSpPr>
        <p:spPr>
          <a:xfrm>
            <a:off x="4523509" y="5967661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41C17-3E76-EEBD-96AF-1A2944C53496}"/>
              </a:ext>
            </a:extLst>
          </p:cNvPr>
          <p:cNvSpPr txBox="1"/>
          <p:nvPr/>
        </p:nvSpPr>
        <p:spPr>
          <a:xfrm>
            <a:off x="1142999" y="706582"/>
            <a:ext cx="885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 Three: Multiple People, Aggregate and Publish, in Shared Spaces (many to many)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5E81F-EC0F-3546-0A99-D56B8B1741DA}"/>
              </a:ext>
            </a:extLst>
          </p:cNvPr>
          <p:cNvSpPr txBox="1"/>
          <p:nvPr/>
        </p:nvSpPr>
        <p:spPr>
          <a:xfrm>
            <a:off x="7110847" y="5553346"/>
            <a:ext cx="1222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595BB938-C18D-0A13-6924-86DFAE22E1D5}"/>
              </a:ext>
            </a:extLst>
          </p:cNvPr>
          <p:cNvSpPr/>
          <p:nvPr/>
        </p:nvSpPr>
        <p:spPr>
          <a:xfrm>
            <a:off x="7432965" y="4074864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7FA3F7-D548-86B0-E4B5-04F9F82F63BD}"/>
              </a:ext>
            </a:extLst>
          </p:cNvPr>
          <p:cNvSpPr txBox="1"/>
          <p:nvPr/>
        </p:nvSpPr>
        <p:spPr>
          <a:xfrm>
            <a:off x="10532919" y="5333725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75DE0C-7C11-E674-A140-F5907004F412}"/>
              </a:ext>
            </a:extLst>
          </p:cNvPr>
          <p:cNvSpPr txBox="1"/>
          <p:nvPr/>
        </p:nvSpPr>
        <p:spPr>
          <a:xfrm>
            <a:off x="6996546" y="6044046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F2CE6-9D58-9CD6-BDE8-DCB9BA3C43C6}"/>
              </a:ext>
            </a:extLst>
          </p:cNvPr>
          <p:cNvSpPr txBox="1"/>
          <p:nvPr/>
        </p:nvSpPr>
        <p:spPr>
          <a:xfrm>
            <a:off x="6996546" y="5209218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7511A0-7A8D-1B66-90A5-A722B0CDF7B4}"/>
              </a:ext>
            </a:extLst>
          </p:cNvPr>
          <p:cNvSpPr txBox="1"/>
          <p:nvPr/>
        </p:nvSpPr>
        <p:spPr>
          <a:xfrm>
            <a:off x="10577946" y="6061179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78711B34-9063-A86F-AF60-B59E6230F4E8}"/>
              </a:ext>
            </a:extLst>
          </p:cNvPr>
          <p:cNvSpPr/>
          <p:nvPr/>
        </p:nvSpPr>
        <p:spPr>
          <a:xfrm flipH="1">
            <a:off x="4274129" y="4063958"/>
            <a:ext cx="3356262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3DAEFF-6F71-F37A-7B3A-34BD2EAF519D}"/>
              </a:ext>
            </a:extLst>
          </p:cNvPr>
          <p:cNvSpPr txBox="1"/>
          <p:nvPr/>
        </p:nvSpPr>
        <p:spPr>
          <a:xfrm>
            <a:off x="4229101" y="4897195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2F427B-4DE1-D90B-30EC-5BAB7C50D321}"/>
              </a:ext>
            </a:extLst>
          </p:cNvPr>
          <p:cNvSpPr txBox="1"/>
          <p:nvPr/>
        </p:nvSpPr>
        <p:spPr>
          <a:xfrm>
            <a:off x="7152410" y="6256478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28EAF0-AC5C-EB53-9A02-9658F70CFC91}"/>
              </a:ext>
            </a:extLst>
          </p:cNvPr>
          <p:cNvSpPr txBox="1"/>
          <p:nvPr/>
        </p:nvSpPr>
        <p:spPr>
          <a:xfrm>
            <a:off x="10276611" y="5608628"/>
            <a:ext cx="1222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BD6EBC-4C32-EAE3-02A0-4D2BA5DA2E02}"/>
              </a:ext>
            </a:extLst>
          </p:cNvPr>
          <p:cNvSpPr txBox="1"/>
          <p:nvPr/>
        </p:nvSpPr>
        <p:spPr>
          <a:xfrm>
            <a:off x="4204855" y="6266220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3C1B63-2095-75B7-8CE8-1E03A5F43D51}"/>
              </a:ext>
            </a:extLst>
          </p:cNvPr>
          <p:cNvSpPr txBox="1"/>
          <p:nvPr/>
        </p:nvSpPr>
        <p:spPr>
          <a:xfrm>
            <a:off x="7173192" y="4932219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221F55-B9AB-9233-A399-B64D1D8D59AF}"/>
              </a:ext>
            </a:extLst>
          </p:cNvPr>
          <p:cNvSpPr txBox="1"/>
          <p:nvPr/>
        </p:nvSpPr>
        <p:spPr>
          <a:xfrm>
            <a:off x="3778828" y="2082699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F2B7A4-9F6D-5D0A-3883-4646EADB37DC}"/>
              </a:ext>
            </a:extLst>
          </p:cNvPr>
          <p:cNvSpPr txBox="1"/>
          <p:nvPr/>
        </p:nvSpPr>
        <p:spPr>
          <a:xfrm>
            <a:off x="7384474" y="2082700"/>
            <a:ext cx="1662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422C2EDE-D632-E025-EB1C-F8006C9122E2}"/>
              </a:ext>
            </a:extLst>
          </p:cNvPr>
          <p:cNvSpPr/>
          <p:nvPr/>
        </p:nvSpPr>
        <p:spPr>
          <a:xfrm rot="10800000">
            <a:off x="4270665" y="3291059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14131-2A24-A2EB-B205-A567AECEB915}"/>
              </a:ext>
            </a:extLst>
          </p:cNvPr>
          <p:cNvSpPr txBox="1"/>
          <p:nvPr/>
        </p:nvSpPr>
        <p:spPr>
          <a:xfrm>
            <a:off x="7384474" y="1863078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C27DB7-92EE-4410-C5F4-594A25548822}"/>
              </a:ext>
            </a:extLst>
          </p:cNvPr>
          <p:cNvSpPr txBox="1"/>
          <p:nvPr/>
        </p:nvSpPr>
        <p:spPr>
          <a:xfrm>
            <a:off x="3848101" y="2573399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C90A0-BA15-1D51-B5B1-5653609F7C41}"/>
              </a:ext>
            </a:extLst>
          </p:cNvPr>
          <p:cNvSpPr txBox="1"/>
          <p:nvPr/>
        </p:nvSpPr>
        <p:spPr>
          <a:xfrm>
            <a:off x="3848101" y="1738571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D6C979-263E-C2FE-E940-593BFA9B043A}"/>
              </a:ext>
            </a:extLst>
          </p:cNvPr>
          <p:cNvSpPr txBox="1"/>
          <p:nvPr/>
        </p:nvSpPr>
        <p:spPr>
          <a:xfrm>
            <a:off x="7429501" y="2590532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9DA713-4335-D37A-AE74-762232239F4E}"/>
              </a:ext>
            </a:extLst>
          </p:cNvPr>
          <p:cNvSpPr txBox="1"/>
          <p:nvPr/>
        </p:nvSpPr>
        <p:spPr>
          <a:xfrm>
            <a:off x="9833265" y="2176217"/>
            <a:ext cx="1406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32" name="Arrow: Curved Down 31">
            <a:extLst>
              <a:ext uri="{FF2B5EF4-FFF2-40B4-BE49-F238E27FC236}">
                <a16:creationId xmlns:a16="http://schemas.microsoft.com/office/drawing/2014/main" id="{B56E52AD-08A4-000C-D773-273C6C1C3EFD}"/>
              </a:ext>
            </a:extLst>
          </p:cNvPr>
          <p:cNvSpPr/>
          <p:nvPr/>
        </p:nvSpPr>
        <p:spPr>
          <a:xfrm rot="10800000" flipH="1">
            <a:off x="1492828" y="3308357"/>
            <a:ext cx="31588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3F63DC-D9D9-5CD7-6818-DE0A75480C02}"/>
              </a:ext>
            </a:extLst>
          </p:cNvPr>
          <p:cNvSpPr txBox="1"/>
          <p:nvPr/>
        </p:nvSpPr>
        <p:spPr>
          <a:xfrm>
            <a:off x="1387187" y="1777952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3AB0BE-F744-F292-0F97-DD0A039A3257}"/>
              </a:ext>
            </a:extLst>
          </p:cNvPr>
          <p:cNvSpPr txBox="1"/>
          <p:nvPr/>
        </p:nvSpPr>
        <p:spPr>
          <a:xfrm>
            <a:off x="9902538" y="2666917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41AD08-6B2C-0940-AD4A-4DF76E55D336}"/>
              </a:ext>
            </a:extLst>
          </p:cNvPr>
          <p:cNvSpPr txBox="1"/>
          <p:nvPr/>
        </p:nvSpPr>
        <p:spPr>
          <a:xfrm>
            <a:off x="9902538" y="1832089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F5C227-2D4F-2F18-9EBF-1B8B9FA3D6F3}"/>
              </a:ext>
            </a:extLst>
          </p:cNvPr>
          <p:cNvSpPr txBox="1"/>
          <p:nvPr/>
        </p:nvSpPr>
        <p:spPr>
          <a:xfrm>
            <a:off x="1432214" y="2505406"/>
            <a:ext cx="820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37" name="Arrow: Curved Down 36">
            <a:extLst>
              <a:ext uri="{FF2B5EF4-FFF2-40B4-BE49-F238E27FC236}">
                <a16:creationId xmlns:a16="http://schemas.microsoft.com/office/drawing/2014/main" id="{32D956B9-5C43-2FF7-B85E-A8A697EA81EF}"/>
              </a:ext>
            </a:extLst>
          </p:cNvPr>
          <p:cNvSpPr/>
          <p:nvPr/>
        </p:nvSpPr>
        <p:spPr>
          <a:xfrm rot="10800000" flipH="1">
            <a:off x="7259785" y="3300300"/>
            <a:ext cx="3463636" cy="779319"/>
          </a:xfrm>
          <a:prstGeom prst="curvedDownArrow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0D39C2-712F-4BD7-4B01-7ED12D4AF8FF}"/>
              </a:ext>
            </a:extLst>
          </p:cNvPr>
          <p:cNvSpPr txBox="1"/>
          <p:nvPr/>
        </p:nvSpPr>
        <p:spPr>
          <a:xfrm>
            <a:off x="7135093" y="1520066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A6A071-0DDA-9FE7-63F8-BE178592E744}"/>
              </a:ext>
            </a:extLst>
          </p:cNvPr>
          <p:cNvSpPr txBox="1"/>
          <p:nvPr/>
        </p:nvSpPr>
        <p:spPr>
          <a:xfrm>
            <a:off x="4045528" y="2909990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DFB4BD-4490-9B69-104C-666B1D19F309}"/>
              </a:ext>
            </a:extLst>
          </p:cNvPr>
          <p:cNvSpPr txBox="1"/>
          <p:nvPr/>
        </p:nvSpPr>
        <p:spPr>
          <a:xfrm>
            <a:off x="1387187" y="2052855"/>
            <a:ext cx="966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E8D7FC-EFE8-D252-1F2D-0924FB64F37A}"/>
              </a:ext>
            </a:extLst>
          </p:cNvPr>
          <p:cNvSpPr txBox="1"/>
          <p:nvPr/>
        </p:nvSpPr>
        <p:spPr>
          <a:xfrm>
            <a:off x="7110847" y="2889091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11DEEF-507E-238B-E0E7-DB1A05893827}"/>
              </a:ext>
            </a:extLst>
          </p:cNvPr>
          <p:cNvSpPr txBox="1"/>
          <p:nvPr/>
        </p:nvSpPr>
        <p:spPr>
          <a:xfrm>
            <a:off x="4035139" y="1480168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F10E40-826E-DA1D-9047-562A8784113F}"/>
              </a:ext>
            </a:extLst>
          </p:cNvPr>
          <p:cNvSpPr/>
          <p:nvPr/>
        </p:nvSpPr>
        <p:spPr>
          <a:xfrm>
            <a:off x="2667000" y="3907971"/>
            <a:ext cx="762000" cy="301074"/>
          </a:xfrm>
          <a:prstGeom prst="rect">
            <a:avLst/>
          </a:prstGeom>
          <a:solidFill>
            <a:schemeClr val="bg1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8BE6D6-5EC1-3B55-D3ED-5B222B5814A4}"/>
              </a:ext>
            </a:extLst>
          </p:cNvPr>
          <p:cNvSpPr/>
          <p:nvPr/>
        </p:nvSpPr>
        <p:spPr>
          <a:xfrm>
            <a:off x="5536624" y="3894272"/>
            <a:ext cx="762000" cy="301074"/>
          </a:xfrm>
          <a:prstGeom prst="rect">
            <a:avLst/>
          </a:prstGeom>
          <a:solidFill>
            <a:schemeClr val="bg1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61AA4D-8A43-EAEF-4964-9932663057C8}"/>
              </a:ext>
            </a:extLst>
          </p:cNvPr>
          <p:cNvSpPr/>
          <p:nvPr/>
        </p:nvSpPr>
        <p:spPr>
          <a:xfrm>
            <a:off x="8529206" y="3907971"/>
            <a:ext cx="762000" cy="301074"/>
          </a:xfrm>
          <a:prstGeom prst="rect">
            <a:avLst/>
          </a:prstGeom>
          <a:solidFill>
            <a:schemeClr val="bg1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Space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2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2BFEE-4CA1-23C2-E586-4164D06B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1723C-DE4D-9080-D78C-27871D1A3352}"/>
              </a:ext>
            </a:extLst>
          </p:cNvPr>
          <p:cNvSpPr txBox="1"/>
          <p:nvPr/>
        </p:nvSpPr>
        <p:spPr>
          <a:xfrm>
            <a:off x="4944340" y="3429000"/>
            <a:ext cx="1662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err="1">
                <a:solidFill>
                  <a:srgbClr val="00B050"/>
                </a:solidFill>
                <a:latin typeface="Modern Love Caps" panose="04070805081001020A01" pitchFamily="82" charset="0"/>
              </a:rPr>
              <a:t>ple</a:t>
            </a:r>
            <a:endParaRPr lang="en-US" sz="36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9112A-896D-878F-C7DE-78D5AA87FEE1}"/>
              </a:ext>
            </a:extLst>
          </p:cNvPr>
          <p:cNvSpPr txBox="1"/>
          <p:nvPr/>
        </p:nvSpPr>
        <p:spPr>
          <a:xfrm>
            <a:off x="4748645" y="3148579"/>
            <a:ext cx="592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Read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CBE0D-2216-9BAC-0664-0E0CA51BEB74}"/>
              </a:ext>
            </a:extLst>
          </p:cNvPr>
          <p:cNvSpPr txBox="1"/>
          <p:nvPr/>
        </p:nvSpPr>
        <p:spPr>
          <a:xfrm>
            <a:off x="5685559" y="3152000"/>
            <a:ext cx="592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Write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3274B-C9AA-0BC2-C24F-4E7F8BE44830}"/>
              </a:ext>
            </a:extLst>
          </p:cNvPr>
          <p:cNvSpPr txBox="1"/>
          <p:nvPr/>
        </p:nvSpPr>
        <p:spPr>
          <a:xfrm>
            <a:off x="1142999" y="706582"/>
            <a:ext cx="885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 Single Platform, Distributed Architecture, Open Source, Personal Data Ownership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BEC43A-199D-AC7B-C609-E707EFD15172}"/>
              </a:ext>
            </a:extLst>
          </p:cNvPr>
          <p:cNvSpPr txBox="1"/>
          <p:nvPr/>
        </p:nvSpPr>
        <p:spPr>
          <a:xfrm>
            <a:off x="3460174" y="3148579"/>
            <a:ext cx="943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Aggregate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225C01-7744-069D-3ACB-73A6402DB399}"/>
              </a:ext>
            </a:extLst>
          </p:cNvPr>
          <p:cNvSpPr txBox="1"/>
          <p:nvPr/>
        </p:nvSpPr>
        <p:spPr>
          <a:xfrm>
            <a:off x="6606887" y="3151999"/>
            <a:ext cx="95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Publish</a:t>
            </a:r>
            <a:endParaRPr lang="en-US" sz="12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BC5947-1912-08BA-3E42-D0411DC2AD7C}"/>
              </a:ext>
            </a:extLst>
          </p:cNvPr>
          <p:cNvCxnSpPr>
            <a:cxnSpLocks/>
            <a:stCxn id="19" idx="3"/>
            <a:endCxn id="7" idx="1"/>
          </p:cNvCxnSpPr>
          <p:nvPr/>
        </p:nvCxnSpPr>
        <p:spPr>
          <a:xfrm>
            <a:off x="4404013" y="3287079"/>
            <a:ext cx="344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3930CA4-599A-AD36-DFEE-32E83B51092D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5340927" y="3287079"/>
            <a:ext cx="344632" cy="3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135E04B-86E8-BBC5-0F64-A01DAE89E5C8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6277841" y="3290499"/>
            <a:ext cx="3290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BB4109A-A4CF-F47F-AA54-1829819585EC}"/>
              </a:ext>
            </a:extLst>
          </p:cNvPr>
          <p:cNvSpPr/>
          <p:nvPr/>
        </p:nvSpPr>
        <p:spPr>
          <a:xfrm>
            <a:off x="3413416" y="2971800"/>
            <a:ext cx="4102675" cy="1017709"/>
          </a:xfrm>
          <a:prstGeom prst="rect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FA28B1-7DFB-546C-BBBE-55C66C99889F}"/>
              </a:ext>
            </a:extLst>
          </p:cNvPr>
          <p:cNvSpPr txBox="1"/>
          <p:nvPr/>
        </p:nvSpPr>
        <p:spPr>
          <a:xfrm>
            <a:off x="945573" y="2271414"/>
            <a:ext cx="1454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RSS Feeds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Social Media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Spaces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Search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Annotations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Chat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Etc.</a:t>
            </a:r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36ADDD51-E3F6-1006-E46F-9CD0D27C739D}"/>
              </a:ext>
            </a:extLst>
          </p:cNvPr>
          <p:cNvSpPr/>
          <p:nvPr/>
        </p:nvSpPr>
        <p:spPr>
          <a:xfrm flipH="1">
            <a:off x="2400299" y="2265218"/>
            <a:ext cx="810491" cy="2109355"/>
          </a:xfrm>
          <a:prstGeom prst="leftBrace">
            <a:avLst>
              <a:gd name="adj1" fmla="val 8333"/>
              <a:gd name="adj2" fmla="val 4803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eft Brace 61">
            <a:extLst>
              <a:ext uri="{FF2B5EF4-FFF2-40B4-BE49-F238E27FC236}">
                <a16:creationId xmlns:a16="http://schemas.microsoft.com/office/drawing/2014/main" id="{23273C44-CD01-0C9E-F161-A3BD51D7DB55}"/>
              </a:ext>
            </a:extLst>
          </p:cNvPr>
          <p:cNvSpPr/>
          <p:nvPr/>
        </p:nvSpPr>
        <p:spPr>
          <a:xfrm>
            <a:off x="7625195" y="2265218"/>
            <a:ext cx="955960" cy="2109355"/>
          </a:xfrm>
          <a:prstGeom prst="leftBrace">
            <a:avLst>
              <a:gd name="adj1" fmla="val 8333"/>
              <a:gd name="adj2" fmla="val 4803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39AB30-2BA5-E129-8F6A-171AF049277F}"/>
              </a:ext>
            </a:extLst>
          </p:cNvPr>
          <p:cNvSpPr txBox="1"/>
          <p:nvPr/>
        </p:nvSpPr>
        <p:spPr>
          <a:xfrm>
            <a:off x="8319651" y="2304232"/>
            <a:ext cx="28401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Blogs  -----&gt; RSS Feeds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Social Media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Spaces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Search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Annotations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Chat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Etc.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6F828D-84DD-2C10-7787-BE17920AA6BE}"/>
              </a:ext>
            </a:extLst>
          </p:cNvPr>
          <p:cNvSpPr txBox="1"/>
          <p:nvPr/>
        </p:nvSpPr>
        <p:spPr>
          <a:xfrm>
            <a:off x="3338945" y="4946073"/>
            <a:ext cx="2130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Indexing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Filtering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Translation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Combining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Etc.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C816738-040F-DAAA-F0C4-18CE6D7B3DDD}"/>
              </a:ext>
            </a:extLst>
          </p:cNvPr>
          <p:cNvCxnSpPr/>
          <p:nvPr/>
        </p:nvCxnSpPr>
        <p:spPr>
          <a:xfrm flipV="1">
            <a:off x="3932093" y="3425578"/>
            <a:ext cx="1012247" cy="13334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239095C-A0F9-A4A5-0981-1023271CDB48}"/>
              </a:ext>
            </a:extLst>
          </p:cNvPr>
          <p:cNvSpPr txBox="1"/>
          <p:nvPr/>
        </p:nvSpPr>
        <p:spPr>
          <a:xfrm>
            <a:off x="6442364" y="5002726"/>
            <a:ext cx="3938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Editors (text, HTML, Image, </a:t>
            </a:r>
            <a:r>
              <a:rPr lang="en-CA" dirty="0" err="1">
                <a:solidFill>
                  <a:schemeClr val="bg1">
                    <a:lumMod val="75000"/>
                  </a:schemeClr>
                </a:solidFill>
              </a:rPr>
              <a:t>etc</a:t>
            </a:r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Chat Rooms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Collaborative Spaces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Templates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38DFBA-01D7-765F-5B39-A074609F076E}"/>
              </a:ext>
            </a:extLst>
          </p:cNvPr>
          <p:cNvCxnSpPr>
            <a:cxnSpLocks/>
          </p:cNvCxnSpPr>
          <p:nvPr/>
        </p:nvCxnSpPr>
        <p:spPr>
          <a:xfrm flipH="1" flipV="1">
            <a:off x="5981700" y="3432420"/>
            <a:ext cx="1730086" cy="143180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3D939467-9730-6BAA-F82E-B6C390E505DE}"/>
              </a:ext>
            </a:extLst>
          </p:cNvPr>
          <p:cNvSpPr/>
          <p:nvPr/>
        </p:nvSpPr>
        <p:spPr>
          <a:xfrm>
            <a:off x="4404013" y="1662545"/>
            <a:ext cx="1873828" cy="974136"/>
          </a:xfrm>
          <a:prstGeom prst="rect">
            <a:avLst/>
          </a:prstGeom>
          <a:noFill/>
          <a:ln w="31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0BA386-20AD-C19F-3BCD-02F8923393FC}"/>
              </a:ext>
            </a:extLst>
          </p:cNvPr>
          <p:cNvSpPr txBox="1"/>
          <p:nvPr/>
        </p:nvSpPr>
        <p:spPr>
          <a:xfrm>
            <a:off x="4968585" y="1758047"/>
            <a:ext cx="1127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00B050"/>
                </a:solidFill>
                <a:latin typeface="Modern Love Caps" panose="04070805081001020A01" pitchFamily="82" charset="0"/>
              </a:rPr>
              <a:t>Me!</a:t>
            </a:r>
            <a:endParaRPr lang="en-US" sz="2000" dirty="0">
              <a:solidFill>
                <a:srgbClr val="00B050"/>
              </a:solidFill>
              <a:latin typeface="Modern Love Caps" panose="04070805081001020A01" pitchFamily="82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EE7F74D-B908-F1AE-118A-C9D02FB3B141}"/>
              </a:ext>
            </a:extLst>
          </p:cNvPr>
          <p:cNvCxnSpPr>
            <a:stCxn id="72" idx="2"/>
          </p:cNvCxnSpPr>
          <p:nvPr/>
        </p:nvCxnSpPr>
        <p:spPr>
          <a:xfrm>
            <a:off x="5340927" y="2636681"/>
            <a:ext cx="0" cy="3351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CB2FDD7-E26E-55BD-D39C-F619C61BC53E}"/>
              </a:ext>
            </a:extLst>
          </p:cNvPr>
          <p:cNvSpPr txBox="1"/>
          <p:nvPr/>
        </p:nvSpPr>
        <p:spPr>
          <a:xfrm>
            <a:off x="4498397" y="2127371"/>
            <a:ext cx="16850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00" dirty="0">
                <a:solidFill>
                  <a:schemeClr val="bg1">
                    <a:lumMod val="75000"/>
                  </a:schemeClr>
                </a:solidFill>
              </a:rPr>
              <a:t>Distributed ID</a:t>
            </a:r>
          </a:p>
          <a:p>
            <a:pPr algn="ctr"/>
            <a:r>
              <a:rPr lang="en-CA" sz="1100" dirty="0">
                <a:solidFill>
                  <a:schemeClr val="bg1">
                    <a:lumMod val="75000"/>
                  </a:schemeClr>
                </a:solidFill>
              </a:rPr>
              <a:t>Own my own Data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27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182</Words>
  <Application>Microsoft Office PowerPoint</Application>
  <PresentationFormat>Widescreen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Modern Love Caps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Downes</dc:creator>
  <cp:lastModifiedBy>Stephen Downes</cp:lastModifiedBy>
  <cp:revision>1</cp:revision>
  <dcterms:created xsi:type="dcterms:W3CDTF">2026-05-23T02:12:14Z</dcterms:created>
  <dcterms:modified xsi:type="dcterms:W3CDTF">2026-05-23T19:05:46Z</dcterms:modified>
</cp:coreProperties>
</file>